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C2526"/>
                </a:solidFill>
              </a:rPr>
              <a:t>Thống Kê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200" dirty="0">
                <a:solidFill>
                  <a:srgbClr val="1C2526"/>
                </a:solidFill>
              </a:rPr>
              <a:t>ME_Department</a:t>
            </a:r>
            <a:endParaRPr lang="en-US" sz="3200" dirty="0"/>
          </a:p>
          <a:p>
            <a:pPr algn="ctr" indent="0" marL="0">
              <a:lnSpc>
                <a:spcPts val="3600"/>
              </a:lnSpc>
              <a:buNone/>
            </a:pPr>
            <a:r>
              <a:rPr lang="en-US" sz="3200" dirty="0">
                <a:solidFill>
                  <a:srgbClr val="1C2526"/>
                </a:solidFill>
              </a:rPr>
              <a:t>Export_Date: 1/1/2026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548640"/>
            <a:ext cx="850392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2026-01-01T08:29:55Z</dcterms:created>
  <dcterms:modified xsi:type="dcterms:W3CDTF">2026-01-01T08:29:55Z</dcterms:modified>
</cp:coreProperties>
</file>