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C2526"/>
                </a:solidFill>
              </a:rPr>
              <a:t>STATISTICS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ME Department</a:t>
            </a:r>
            <a:endParaRPr lang="en-US" sz="32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Export Date: 3/1/2026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548640"/>
            <a:ext cx="85039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2026-01-03T15:24:08Z</dcterms:created>
  <dcterms:modified xsi:type="dcterms:W3CDTF">2026-01-03T15:24:08Z</dcterms:modified>
</cp:coreProperties>
</file>