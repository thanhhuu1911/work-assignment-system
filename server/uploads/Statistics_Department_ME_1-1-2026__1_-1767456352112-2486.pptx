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STATISTICS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ME Department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Export Date: 1/1/2026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45720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2026-01-01T08:48:50Z</dcterms:created>
  <dcterms:modified xsi:type="dcterms:W3CDTF">2026-01-01T08:48:50Z</dcterms:modified>
</cp:coreProperties>
</file>